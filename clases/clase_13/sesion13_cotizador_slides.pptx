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13_per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2743200"/>
            <a:ext cx="3373795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5720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cartera a la tarifa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— CÁLCULO DE PRIMAS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13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cotizador: juntar todo el Tema 2 en una app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2519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en Streamlit que va de las métricas de la cartera a la prima de tarifa — y nos muestra por qué todavía falta el GLM.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Dónde estamos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Juntamos todo el Tema 2 en una herramienta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1064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tienen las piezas: prima pura (frecuencia × severidad), ajustes por deducible/coaseguro (S11) y recargos (S12).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las montamos en un COTIZADOR interactivo: de los datos de la cartera a la prima de tarifa.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es Streamlit: una app web hecha solo con Python, sin tocar HTML.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al final, el cotizador mismo nos muestra su límite — el gancho para el GLM.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13 — El cotizador (Streamlit)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¿Qué es Streamlit?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web desde un solo archivo .py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492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Python normal; Streamlit lo convierte en una página web con controles.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el script DE ARRIBA A ABAJO y lo RE-EJECUTA completo en cada interacción (no hay celdas).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cacheamos la carga de datos con @st.cache_data: leer el archivo una sola vez.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widgets (slider, selectbox) devuelven su valor; con él se recalcula todo lo de abajo.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4389120" cy="2651760"/>
          </a:xfrm>
          <a:prstGeom prst="roundRect">
            <a:avLst>
              <a:gd name="adj" fmla="val 2759"/>
            </a:avLst>
          </a:prstGeom>
          <a:solidFill>
            <a:srgbClr val="0A173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43800" y="1993392"/>
            <a:ext cx="39319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@st.cache_data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cargar_datos(ruta):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pd.read_parquet(ruta)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= cargar_datos("cartera.parquet")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st.metric("Pólizas", len(datos))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13 — El cotizador (Streamlit)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Cómo se corre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notebook: es un programa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0A173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084832"/>
            <a:ext cx="521208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MASDFR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streamlit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766560" y="19202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el navegador solo, en localhost.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guardas el archivo: botón 'Rerun' (o 'Always rerun').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Verás la app crecer a cada guardado — así la construimos hoy, paso a paso.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tu equipo: carga tu cartera con el file_uploader de la barra lateral.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13 — El cotizador (Streamlit)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estructura: dos pestañas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Univariado y Multivariado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40680" cy="3749040"/>
          </a:xfrm>
          <a:prstGeom prst="roundRect">
            <a:avLst>
              <a:gd name="adj" fmla="val 195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① Univariado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prima para TODA la cartera, sin importar el perfil.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ajustes (histogramas), prima pura por dos caminos.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deducible/coaseguro y la prima de tarifa (rango S12).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440680" cy="3749040"/>
          </a:xfrm>
          <a:prstGeom prst="roundRect">
            <a:avLst>
              <a:gd name="adj" fmla="val 195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783080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783080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② Multivariado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prima, pero por PERFIL (segmento que elijas).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Empírica: promedio del segmento.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aquí se ve por qué todavía no alcanza.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13 — El cotizador (Streamlit)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① Univariado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cartera a la tarifa, en una pantalla</a:t>
            </a:r>
            <a:endParaRPr lang="en-US" sz="1500" dirty="0"/>
          </a:p>
        </p:txBody>
      </p:sp>
      <p:pic>
        <p:nvPicPr>
          <p:cNvPr id="5" name="Image 0" descr="s12_pe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447496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828800"/>
            <a:ext cx="5577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exposición, frecuencia, severidad.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Ajustes: histograma de frecuencia (Poisson) y de severidad (lognormal).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pura por dos caminos (coinciden).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Deducible/coaseguro: mueves y recalcula.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de tarifa: prima pura y el rango de recargos.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13 — El cotizador (Streamlit)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Las dos primas puras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cuenta, descompuesta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03120" y="1920240"/>
            <a:ext cx="7955280" cy="1143000"/>
          </a:xfrm>
          <a:prstGeom prst="roundRect">
            <a:avLst>
              <a:gd name="adj" fmla="val 64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03120" y="1920240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frecuencia × severidad  =  (ΣN / Σexpo) × (Σmonto / ΣN)  =  Σmonto / Σexpo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pura DIRECTA y la de FRECUENCIA × SEVERIDAD dan exactamente lo mismo.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separarla? Porque la versión por piezas es la que se puede MODELAR cada una por su lado.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tercera forma, con las esperanzas de las distribuciones ajustadas, queda muy cerca — y abre el GLM.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13 — El cotizador (Streamlit)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② Multivariado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que cambia con el perfil</a:t>
            </a:r>
            <a:endParaRPr lang="en-US" sz="1500" dirty="0"/>
          </a:p>
        </p:txBody>
      </p:sp>
      <p:pic>
        <p:nvPicPr>
          <p:cNvPr id="5" name="Image 0" descr="s13_per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5238260" cy="269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92024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 un perfil (sexo, uso, tipo, zona, edad…) y la app cotiza ese segmento.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real VARÍA mucho por perfil: una sola prima para todos es injusta y poco competitiva.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empírico por segmento sí distingue… mientras haya datos suficientes.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13 — El cotizador (Streamlit)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qué todavía no alcanza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cotizador nos muestra su propio límite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Segmentos que se vacían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cruzar varias características, el segmento queda con poquísimas pólizas → la prima es ruido (aviso n&lt;100).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15968" y="178308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19659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Perfiles que no existen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90288" y="27432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pides un perfil que no está en los datos, el empírico NO puede cotizar nada.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29016" y="178308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03336" y="19659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7F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Una sola prima no basta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3336" y="27432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univariado da el mismo número para todos: no diferencia.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Necesitamos diferenciar por características SIN quedarnos sin datos: un modelo que interpole. Eso es el GLM.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13 — El cotizador (Streamlit)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sigue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Pausa de teoría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próximas sesiones son GLM (frecuencia y severidad): el modelo que diferencia por perfil sin quedarse sin datos.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cotizador que sí sirve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92608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GLM reconstruimos el cotizador para que cotice cualquier perfil — y esa es la base de la Práctica 3.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Facultad de Ciencias, UNAM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2026-10-08T19:17:48Z</dcterms:created>
  <dcterms:modified xsi:type="dcterms:W3CDTF">2026-10-08T19:17:48Z</dcterms:modified>
</cp:coreProperties>
</file>